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0972800" cy="6172200"/>
  <p:notesSz cx="61722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ubuntupay.africa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sepolia-explorer.giwa.io/address/0xabBDDF83285daa096381E5E4b312afCACA36686a" TargetMode="External"/><Relationship Id="rId2" Type="http://schemas.openxmlformats.org/officeDocument/2006/relationships/hyperlink" Target="https://ubuntupay.africa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ubuntupay.africa" TargetMode="External"/><Relationship Id="rId2" Type="http://schemas.openxmlformats.org/officeDocument/2006/relationships/hyperlink" Target="https://github.com/block0xhash/ubuntu-escrow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10972800" cy="41148"/>
          </a:xfrm>
          <a:prstGeom prst="rect">
            <a:avLst/>
          </a:prstGeom>
          <a:solidFill>
            <a:srgbClr val="221C1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66928"/>
            <a:ext cx="256032" cy="18288"/>
          </a:xfrm>
          <a:prstGeom prst="rect">
            <a:avLst/>
          </a:prstGeom>
          <a:solidFill>
            <a:srgbClr val="8C2F26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2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PAY · GASOK OPEN MVP BUILD PHASE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Blockchain for the people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who've never heard of blockchain.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Pay builds peer-to-peer utility dApps for the transactions ordinary people actually have. Ubuntu Escrow is the first one: two people, funds held by code instead of a company, live and verified on GIWA.</a:t>
            </a:r>
            <a:endParaRPr lang="en-US" sz="16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8580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8C2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the live demo  →  ubuntupay.africa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5669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ubuntupay.africa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4380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PAY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10972800" cy="41148"/>
          </a:xfrm>
          <a:prstGeom prst="rect">
            <a:avLst/>
          </a:prstGeom>
          <a:solidFill>
            <a:srgbClr val="221C1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66928"/>
            <a:ext cx="256032" cy="18288"/>
          </a:xfrm>
          <a:prstGeom prst="rect">
            <a:avLst/>
          </a:prstGeom>
          <a:solidFill>
            <a:srgbClr val="8C2F26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2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Trading with a stranger has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always needed a middleman.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2651760"/>
            <a:ext cx="960120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6148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76148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and payment platforms exclude the exact people who need a trusted third party most.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611880"/>
            <a:ext cx="960120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72160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7216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trust between strangers gets people burned, every day, in every informal market.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572000"/>
            <a:ext cx="960120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68172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2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68172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was built to solve exactly this — then made itself unusable without a CS degree. Seed phrases and gas fees are a wall, not a bridge.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5532120"/>
            <a:ext cx="960120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669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4380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PAY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10972800" cy="41148"/>
          </a:xfrm>
          <a:prstGeom prst="rect">
            <a:avLst/>
          </a:prstGeom>
          <a:solidFill>
            <a:srgbClr val="221C1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66928"/>
            <a:ext cx="256032" cy="18288"/>
          </a:xfrm>
          <a:prstGeom prst="rect">
            <a:avLst/>
          </a:prstGeom>
          <a:solidFill>
            <a:srgbClr val="8C2F26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2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The deal holds itself honest.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people agree on a deal. The buyer's funds go into a smart contract — not a company's bank account, not an app's database, not our servers. Neither side has to trust the other, or us.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seller delivers, the buyer confirms and the contract releases funds automatically. If the buyer goes quiet, the contract releases the funds anyway after seven days — no one gets to hold someone else's money hostage.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5669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4380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PAY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10972800" cy="41148"/>
          </a:xfrm>
          <a:prstGeom prst="rect">
            <a:avLst/>
          </a:prstGeom>
          <a:solidFill>
            <a:srgbClr val="221C1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66928"/>
            <a:ext cx="256032" cy="18288"/>
          </a:xfrm>
          <a:prstGeom prst="rect">
            <a:avLst/>
          </a:prstGeom>
          <a:solidFill>
            <a:srgbClr val="8C2F26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2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One contract. Four moves.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6A24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Create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lists a deal — open to any buyer, or locked to one specific wallet.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5468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6A24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154680" y="2423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Fund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54680" y="28346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deposits. Funds move into the contract itself — never into anyone's pocket.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6A24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23560" y="2423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Ship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23560" y="28346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marks the work delivered or the goods shipped.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92440" y="1828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6A24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092440" y="24231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Release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92440" y="28346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confirms receipt. Funds move to the seller instantly, minus a 1% fee.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663440"/>
            <a:ext cx="9601200" cy="822960"/>
          </a:xfrm>
          <a:prstGeom prst="rect">
            <a:avLst/>
          </a:prstGeom>
          <a:solidFill>
            <a:srgbClr val="F5F1E6"/>
          </a:solidFill>
          <a:ln w="19050">
            <a:solidFill>
              <a:srgbClr val="8A6A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00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buyer never confirms, anyone can trigger the same release after 7 days — funds never get stuck on a party who's gone silent.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669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4380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PAY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10972800" cy="41148"/>
          </a:xfrm>
          <a:prstGeom prst="rect">
            <a:avLst/>
          </a:prstGeom>
          <a:solidFill>
            <a:srgbClr val="221C1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66928"/>
            <a:ext cx="256032" cy="18288"/>
          </a:xfrm>
          <a:prstGeom prst="rect">
            <a:avLst/>
          </a:prstGeom>
          <a:solidFill>
            <a:srgbClr val="8C2F26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2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ENDLESS UTILITY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One primitive. Every kind of deal.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contract already handles both open and restricted deals — no new code, just a different way of listing 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4686300" cy="1417320"/>
          </a:xfrm>
          <a:prstGeom prst="rect">
            <a:avLst/>
          </a:prstGeom>
          <a:solidFill>
            <a:srgbClr val="EDE7D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96312"/>
            <a:ext cx="4229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Freelance retainers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898648"/>
            <a:ext cx="42291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 developer, designer, or contractor only when milestones are met.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00700" y="2331720"/>
            <a:ext cx="4686300" cy="1417320"/>
          </a:xfrm>
          <a:prstGeom prst="rect">
            <a:avLst/>
          </a:prstGeom>
          <a:solidFill>
            <a:srgbClr val="EDE7D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29300" y="2496312"/>
            <a:ext cx="4229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Peer marketplaces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9300" y="2898648"/>
            <a:ext cx="42291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and sell goods between strangers without a platform holding the funds.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4686300" cy="1417320"/>
          </a:xfrm>
          <a:prstGeom prst="rect">
            <a:avLst/>
          </a:prstGeom>
          <a:solidFill>
            <a:srgbClr val="EDE7D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142232"/>
            <a:ext cx="4229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Informal &amp; cross-border trade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544568"/>
            <a:ext cx="42291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traders and diaspora commerce, where the trust gap is widest.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00700" y="3977640"/>
            <a:ext cx="4686300" cy="1417320"/>
          </a:xfrm>
          <a:prstGeom prst="rect">
            <a:avLst/>
          </a:prstGeom>
          <a:solidFill>
            <a:srgbClr val="EDE7D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29300" y="4142232"/>
            <a:ext cx="4229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…and whatever comes next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29300" y="4544568"/>
            <a:ext cx="42291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parties, funds, a delivery condition — this contract already handles it.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5669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Endless Utility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4380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PAY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10972800" cy="41148"/>
          </a:xfrm>
          <a:prstGeom prst="rect">
            <a:avLst/>
          </a:prstGeom>
          <a:solidFill>
            <a:srgbClr val="221C1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66928"/>
            <a:ext cx="256032" cy="18288"/>
          </a:xfrm>
          <a:prstGeom prst="rect">
            <a:avLst/>
          </a:prstGeom>
          <a:solidFill>
            <a:srgbClr val="8C2F26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2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PROOF, NOT A MOCKUP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It's live. It's verified. It's tested.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291840" cy="502920"/>
          </a:xfrm>
          <a:prstGeom prst="roundRect">
            <a:avLst>
              <a:gd name="adj" fmla="val 5455"/>
            </a:avLst>
          </a:prstGeom>
          <a:ln w="25400">
            <a:solidFill>
              <a:srgbClr val="8C2F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7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8C2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VERIFIED ON GIWA SEPOLIA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960120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06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address</a:t>
            </a:r>
            <a:endParaRPr lang="en-US" sz="13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3520440" y="260604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22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0xabBDDF83285daa096381E5E4b312afCACA36686a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081528"/>
            <a:ext cx="960120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729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172968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GIWA Sepolia · chain 91342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648456"/>
            <a:ext cx="960120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3989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16" name="Text 14">
            <a:hlinkClick r:id="rId2" tooltip=""/>
          </p:cNvPr>
          <p:cNvSpPr/>
          <p:nvPr/>
        </p:nvSpPr>
        <p:spPr>
          <a:xfrm>
            <a:off x="3520440" y="3739896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22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ubuntupay.africa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215384"/>
            <a:ext cx="960120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30682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 suite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4306824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7 passing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782312"/>
            <a:ext cx="960120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8737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on-chain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20440" y="4873752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lifecycle · fee split · timeout release · dispute refund · private-deal enforcement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5349240"/>
            <a:ext cx="960120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669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Proof, Not a Mockup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4380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PAY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10972800" cy="41148"/>
          </a:xfrm>
          <a:prstGeom prst="rect">
            <a:avLst/>
          </a:prstGeom>
          <a:solidFill>
            <a:srgbClr val="221C1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66928"/>
            <a:ext cx="256032" cy="18288"/>
          </a:xfrm>
          <a:prstGeom prst="rect">
            <a:avLst/>
          </a:prstGeom>
          <a:solidFill>
            <a:srgbClr val="8C2F26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2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The MVP proves the trust model.</a:t>
            </a:r>
            <a:endParaRPr lang="en-US" sz="25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The roadmap makes it invisible.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SHIELD NON-TECHNICAL USERS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301752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706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Sponsored gas via paymasters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264408"/>
            <a:ext cx="301752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3375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Social login + embedded wallet — no seed phrase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831336"/>
            <a:ext cx="301752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9044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Full fiat on/off-ramp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398264"/>
            <a:ext cx="301752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47141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Stablecoin settlement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7764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 REMAINING TRUST GAPS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77640" y="2697480"/>
            <a:ext cx="301752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27706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Server-side on-chain verification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77640" y="3264408"/>
            <a:ext cx="301752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33375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Dispute-resolution interface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977640" y="3831336"/>
            <a:ext cx="301752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39044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Independent security audit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26948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69480" y="2697480"/>
            <a:ext cx="301752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27706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Mainnet deployment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269480" y="3264408"/>
            <a:ext cx="301752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33375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On-chain reputation across deals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269480" y="3831336"/>
            <a:ext cx="3017520" cy="0"/>
          </a:xfrm>
          <a:prstGeom prst="line">
            <a:avLst/>
          </a:prstGeom>
          <a:noFill/>
          <a:ln w="12700">
            <a:solidFill>
              <a:srgbClr val="C9B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39044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1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Next Ubuntu Pay utility dApp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5669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Roadmap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4380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PAY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10972800" cy="41148"/>
          </a:xfrm>
          <a:prstGeom prst="rect">
            <a:avLst/>
          </a:prstGeom>
          <a:solidFill>
            <a:srgbClr val="221C1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66928"/>
            <a:ext cx="256032" cy="18288"/>
          </a:xfrm>
          <a:prstGeom prst="rect">
            <a:avLst/>
          </a:prstGeom>
          <a:solidFill>
            <a:srgbClr val="8C2F26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2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9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We built the trust primitive.</a:t>
            </a:r>
            <a:endParaRPr lang="en-US" sz="29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900" b="1" dirty="0">
                <a:solidFill>
                  <a:srgbClr val="221C15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GIWA gets us to the people who need it.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B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Escrow is live, verified, and tested on GIWA Sepolia today — not a slide, a working contract anyone can call right now. We're applying to the GASOK Production Stage to take this from testnet proof to a mainnet product, and to keep building the rest of the Ubuntu Pay utility-dApp family on GIWA.</a:t>
            </a:r>
            <a:endParaRPr lang="en-US" sz="16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85800" y="4434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8C2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the live demo →</a:t>
            </a:r>
            <a:endParaRPr lang="en-US" sz="13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379476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22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the repo 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5669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4380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PAY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2026-07-30T19:16:41Z</dcterms:created>
  <dcterms:modified xsi:type="dcterms:W3CDTF">2026-07-30T19:16:41Z</dcterms:modified>
</cp:coreProperties>
</file>